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3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184" y="1763486"/>
            <a:ext cx="9339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 err="1"/>
              <a:t>AuroraShield</a:t>
            </a:r>
            <a:r>
              <a:rPr dirty="0"/>
              <a:t> Enterprise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DCFF"/>
                </a:solidFill>
              </a:defRPr>
            </a:pPr>
            <a:r>
              <a:t>Next-Generation Cisco-Standard Network Architecture</a:t>
            </a:r>
          </a:p>
          <a:p>
            <a:r>
              <a:t>By Imeda Sheriphadze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AuroraShield is a fully redundant enterprise network designed for maximum availability.</a:t>
            </a:r>
          </a:p>
          <a:p>
            <a:pPr lvl="1"/>
            <a:r>
              <a:t>Implements Cisco-grade multilayer switching, OSPF routing, VLAN segmentation, and dual-ISP failover.</a:t>
            </a:r>
          </a:p>
          <a:p>
            <a:pPr lvl="1"/>
            <a:r>
              <a:t>Designed by Imeda Sheriphadze — 30+ years IT specialist, 10+ years Neural Network Architect.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hierarchical design: Core, Distribution, Access.</a:t>
            </a:r>
          </a:p>
          <a:p>
            <a:pPr lvl="1"/>
            <a:r>
              <a:t>Dual redundant WAN: ISP1 + ISP2 with automatic failover.</a:t>
            </a:r>
          </a:p>
          <a:p>
            <a:pPr lvl="1"/>
            <a:r>
              <a:t>Administrator VLAN70 provides centralized management.</a:t>
            </a:r>
          </a:p>
          <a:p>
            <a:pPr lvl="1"/>
            <a:r>
              <a:t>Independent from Windows Server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 Architecture Diagram</a:t>
            </a:r>
          </a:p>
        </p:txBody>
      </p:sp>
      <p:pic>
        <p:nvPicPr>
          <p:cNvPr id="3" name="Picture 2" descr="WA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Network Diagram</a:t>
            </a:r>
          </a:p>
        </p:txBody>
      </p:sp>
      <p:pic>
        <p:nvPicPr>
          <p:cNvPr id="3" name="Picture 2" descr="Co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Layer Segmentation</a:t>
            </a:r>
          </a:p>
        </p:txBody>
      </p:sp>
      <p:pic>
        <p:nvPicPr>
          <p:cNvPr id="3" name="Picture 2" descr="Acce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defense with ACL segmentation per VLAN.</a:t>
            </a:r>
          </a:p>
          <a:p>
            <a:pPr lvl="1"/>
            <a:r>
              <a:t>Storm-Control and BPDU Guard against L2 attacks.</a:t>
            </a:r>
          </a:p>
          <a:p>
            <a:pPr lvl="1"/>
            <a:r>
              <a:t>Admin VLAN70 isolated and access-controlled.</a:t>
            </a:r>
          </a:p>
          <a:p>
            <a:pPr lvl="1"/>
            <a:r>
              <a:t>Edge filtering prevents untrusted network intrusion.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Administrator Zone (VLAN70)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management on Windows 10 Pro.</a:t>
            </a:r>
          </a:p>
          <a:p>
            <a:pPr lvl="1"/>
            <a:r>
              <a:t>Performs monitoring, diagnostics, configuration tasks.</a:t>
            </a:r>
          </a:p>
          <a:p>
            <a:pPr lvl="1"/>
            <a:r>
              <a:t>Protected through ACLs and isolation policies.</a:t>
            </a:r>
          </a:p>
          <a:p>
            <a:pPr lvl="1"/>
            <a:r>
              <a:t>No dependency on server-side components.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OSPF Routing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Single-area OSPF (Area 0) for optimal convergence.</a:t>
            </a:r>
          </a:p>
          <a:p>
            <a:pPr lvl="1"/>
            <a:r>
              <a:t>Point-to-point interface mode for clean LSAs.</a:t>
            </a:r>
          </a:p>
          <a:p>
            <a:pPr lvl="1"/>
            <a:r>
              <a:t>MD5 authentication ensures routing security.</a:t>
            </a:r>
          </a:p>
          <a:p>
            <a:pPr lvl="1"/>
            <a:r>
              <a:t>Fast failover with tuned hello/dead timers.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successful inter-VLAN communication tests.</a:t>
            </a:r>
          </a:p>
          <a:p>
            <a:pPr lvl="1"/>
            <a:r>
              <a:t>ISP failover validated using IP SLA tracking.</a:t>
            </a:r>
          </a:p>
          <a:p>
            <a:pPr lvl="1"/>
            <a:r>
              <a:t>OSPF adjacency and ECMP routing verified.</a:t>
            </a:r>
          </a:p>
          <a:p>
            <a:pPr lvl="1"/>
            <a:r>
              <a:t>Security and port-protection validated.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AuroraShield is a resilient, secure, and enterprise‑ready network.</a:t>
            </a:r>
          </a:p>
          <a:p>
            <a:pPr lvl="1"/>
            <a:r>
              <a:t>Built using Cisco Validated Design principles.</a:t>
            </a:r>
          </a:p>
          <a:p>
            <a:pPr lvl="1"/>
            <a:r>
              <a:t>Ready for official Cisco-level inspection and certification.</a:t>
            </a:r>
          </a:p>
          <a:p>
            <a:pPr lvl="1"/>
            <a:r>
              <a:t>Architect: Imeda Sheriphadze.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</Words>
  <Application>Microsoft Office PowerPoint</Application>
  <PresentationFormat>Экран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Executive Summary</vt:lpstr>
      <vt:lpstr>High-Level Architecture</vt:lpstr>
      <vt:lpstr>WAN Architecture Diagram</vt:lpstr>
      <vt:lpstr>Core Network Diagram</vt:lpstr>
      <vt:lpstr>Access Layer Segmentation</vt:lpstr>
      <vt:lpstr>Security Architecture</vt:lpstr>
      <vt:lpstr>Administrator Zone (VLAN70)</vt:lpstr>
      <vt:lpstr>OSPF Routing Design</vt:lpstr>
      <vt:lpstr>Testing &amp; Validation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2025-11-16T19:07:57Z</dcterms:modified>
  <cp:category/>
</cp:coreProperties>
</file>